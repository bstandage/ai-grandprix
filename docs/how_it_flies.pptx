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 drone flies the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AI-GrandPrix, physical qualifier. Start to finish, no prior knowledge assumed.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The one-minute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The organizers published where every gate stands. We trust that map.</a:t>
            </a:r>
          </a:p>
          <a:p>
            <a:pPr>
              <a:spcAft>
                <a:spcPts val="800"/>
              </a:spcAft>
              <a:defRPr sz="2200"/>
            </a:pPr>
            <a:r>
              <a:t>- Before the race a planner draws the fastest line through the gates that our camera and drone can handle.</a:t>
            </a:r>
          </a:p>
          <a:p>
            <a:pPr>
              <a:spcAft>
                <a:spcPts val="800"/>
              </a:spcAft>
              <a:defRPr sz="2200"/>
            </a:pPr>
            <a:r>
              <a:t>- In the air there is no GPS. The drone counts its steps with the flight controller's motion sensors: eyes closed.</a:t>
            </a:r>
          </a:p>
          <a:p>
            <a:pPr>
              <a:spcAft>
                <a:spcPts val="800"/>
              </a:spcAft>
              <a:defRPr sz="2200"/>
            </a:pPr>
            <a:r>
              <a:t>- When the camera sees the next gate where the map says it must be, it opens its eyes and corrects.</a:t>
            </a:r>
          </a:p>
          <a:p>
            <a:pPr>
              <a:spcAft>
                <a:spcPts val="800"/>
              </a:spcAft>
              <a:defRPr sz="2200"/>
            </a:pPr>
            <a:r>
              <a:t>- A follower steers along the planned line and sends stick commands 50 times a second.</a:t>
            </a:r>
          </a:p>
          <a:p>
            <a:pPr>
              <a:spcAft>
                <a:spcPts val="800"/>
              </a:spcAft>
              <a:defRPr sz="2200"/>
            </a:pPr>
            <a:r>
              <a:t>- A human on the radio arms it and can take over at any moment.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whole loop on one page</a:t>
            </a:r>
          </a:p>
        </p:txBody>
      </p:sp>
      <p:pic>
        <p:nvPicPr>
          <p:cNvPr id="3" name="Picture 2" descr="how_it_f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097280"/>
            <a:ext cx="638002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1.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data/course_map.json: the organizer's table. 10 gates, position, crossing direction, height.</a:t>
            </a:r>
          </a:p>
          <a:p>
            <a:pPr>
              <a:spcAft>
                <a:spcPts val="800"/>
              </a:spcAft>
              <a:defRPr sz="2200"/>
            </a:pPr>
            <a:r>
              <a:t>- Gate 9 is a double: through the top at 4 m, U-turn, back through the bottom at 1.35 m.</a:t>
            </a:r>
          </a:p>
          <a:p>
            <a:pPr>
              <a:spcAft>
                <a:spcPts val="800"/>
              </a:spcAft>
              <a:defRPr sz="2200"/>
            </a:pPr>
            <a:r>
              <a:t>- Two laps = 23 crossings. The start line is 7 m behind gate 1.</a:t>
            </a:r>
          </a:p>
          <a:p>
            <a:pPr>
              <a:spcAft>
                <a:spcPts val="800"/>
              </a:spcAft>
              <a:defRPr sz="2200"/>
            </a:pPr>
            <a:r>
              <a:t>- Nothing is surveyed at the venue. The map is the truth we plan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2. The levers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config/vehicle_cam35_120.toml holds everything the planner needs to know about the drone:</a:t>
            </a:r>
          </a:p>
          <a:p>
            <a:pPr>
              <a:spcAft>
                <a:spcPts val="800"/>
              </a:spcAft>
              <a:defRPr sz="1800"/>
            </a:pPr>
            <a:r>
              <a:t>   - the camera: mount angle and lens field of view, measured on the drone with hardware.camcal</a:t>
            </a:r>
          </a:p>
          <a:p>
            <a:pPr>
              <a:spcAft>
                <a:spcPts val="800"/>
              </a:spcAft>
              <a:defRPr sz="1800"/>
            </a:pPr>
            <a:r>
              <a:t>   - the limits: max tilt, how fast it may roll into a turn, lateral margin, top speed, climb rate</a:t>
            </a:r>
          </a:p>
          <a:p>
            <a:pPr>
              <a:spcAft>
                <a:spcPts val="800"/>
              </a:spcAft>
              <a:defRPr sz="2200"/>
            </a:pPr>
            <a:r>
              <a:t>- One number k moves all limits together: k = 0 is the safe floor, k = 1 the race values.</a:t>
            </a:r>
          </a:p>
          <a:p>
            <a:pPr>
              <a:spcAft>
                <a:spcPts val="800"/>
              </a:spcAft>
              <a:defRPr sz="2200"/>
            </a:pPr>
            <a:r>
              <a:t>- No target time anywhere. The time is whatever the solve gives.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3. The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python -m raceline.ladder --k 0.5 --config ../config/vehicle_cam35_120.toml</a:t>
            </a:r>
          </a:p>
          <a:p>
            <a:pPr>
              <a:spcAft>
                <a:spcPts val="800"/>
              </a:spcAft>
              <a:defRPr sz="2200"/>
            </a:pPr>
            <a:r>
              <a:t>- Draws a smooth line through the gate centres, then a speed profile inside the limits.</a:t>
            </a:r>
          </a:p>
          <a:p>
            <a:pPr>
              <a:spcAft>
                <a:spcPts val="800"/>
              </a:spcAft>
              <a:defRPr sz="2200"/>
            </a:pPr>
            <a:r>
              <a:t>- Refuses to lean the drone so far that the camera would lose the next gate on the approach.</a:t>
            </a:r>
          </a:p>
          <a:p>
            <a:pPr>
              <a:spcAft>
                <a:spcPts val="800"/>
              </a:spcAft>
              <a:defRPr sz="2200"/>
            </a:pPr>
            <a:r>
              <a:t>- Writes the plan: out/plans/plan_LADDER_k050.json, the line, the speed at every point, the 23 crossings.</a:t>
            </a:r>
          </a:p>
          <a:p>
            <a:pPr>
              <a:spcAft>
                <a:spcPts val="800"/>
              </a:spcAft>
              <a:defRPr sz="2200"/>
            </a:pPr>
            <a:r>
              <a:t>- Prints the model time. k = 0.33 gives about 56 s, k = 0.5 about 49 s, k = 1 about 30 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4. What the flight controller gives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Betaflight 4.4.3 on the Archer, talked to over a serial link (MSP), about 50 times a second:</a:t>
            </a:r>
          </a:p>
          <a:p>
            <a:pPr>
              <a:spcAft>
                <a:spcPts val="800"/>
              </a:spcAft>
              <a:defRPr sz="1800"/>
            </a:pPr>
            <a:r>
              <a:t>   - attitude (how tilted), heading (which way the nose points)</a:t>
            </a:r>
          </a:p>
          <a:p>
            <a:pPr>
              <a:spcAft>
                <a:spcPts val="800"/>
              </a:spcAft>
              <a:defRPr sz="1800"/>
            </a:pPr>
            <a:r>
              <a:t>   - accelerometer (how hard it is pushed), barometer (altitude)</a:t>
            </a:r>
          </a:p>
          <a:p>
            <a:pPr>
              <a:spcAft>
                <a:spcPts val="800"/>
              </a:spcAft>
              <a:defRPr sz="2200"/>
            </a:pPr>
            <a:r>
              <a:t>- No GPS, no position, no magnetometer. Heading is gyro-integrated and zeroed on the start line.</a:t>
            </a:r>
          </a:p>
          <a:p>
            <a:pPr>
              <a:spcAft>
                <a:spcPts val="800"/>
              </a:spcAft>
              <a:defRPr sz="2200"/>
            </a:pPr>
            <a:r>
              <a:t>- Measured from the organizers' own flight logs: accel scale 2048 counts per g, baro noise 2.5 cm.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5. Knowing where you are: dead reckoning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Rotate the accelerometer into the world with the attitude, subtract gravity, integrate twice.</a:t>
            </a:r>
          </a:p>
          <a:p>
            <a:pPr>
              <a:spcAft>
                <a:spcPts val="800"/>
              </a:spcAft>
              <a:defRPr sz="2200"/>
            </a:pPr>
            <a:r>
              <a:t>- Velocity and position come out. They drift: a few tenths of a metre every few seconds.</a:t>
            </a:r>
          </a:p>
          <a:p>
            <a:pPr>
              <a:spcAft>
                <a:spcPts val="800"/>
              </a:spcAft>
              <a:defRPr sz="2200"/>
            </a:pPr>
            <a:r>
              <a:t>- Altitude: accelerometer and barometer blended. Each alone is bad, together they are good.</a:t>
            </a:r>
          </a:p>
          <a:p>
            <a:pPr>
              <a:spcAft>
                <a:spcPts val="800"/>
              </a:spcAft>
              <a:defRPr sz="2200"/>
            </a:pPr>
            <a:r>
              <a:t>- Run on the organizers' real 82 s flight log this drifts 0.14 m/s^2, which the sim tolerates.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6. Knowing where you are: the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The detector finds red blobs. It does not know which blob is which gate.</a:t>
            </a:r>
          </a:p>
          <a:p>
            <a:pPr>
              <a:spcAft>
                <a:spcPts val="800"/>
              </a:spcAft>
              <a:defRPr sz="2200"/>
            </a:pPr>
            <a:r>
              <a:t>- The estimator knows, from the map and its own position, exactly where the next gate must appear.</a:t>
            </a:r>
          </a:p>
          <a:p>
            <a:pPr>
              <a:spcAft>
                <a:spcPts val="800"/>
              </a:spcAft>
              <a:defRPr sz="2200"/>
            </a:pPr>
            <a:r>
              <a:t>- A blob at that azimuth with the right apparent size is the gate. Its bearing and size give a position fix.</a:t>
            </a:r>
          </a:p>
          <a:p>
            <a:pPr>
              <a:spcAft>
                <a:spcPts val="800"/>
              </a:spcAft>
              <a:defRPr sz="2200"/>
            </a:pPr>
            <a:r>
              <a:t>- Only the gate just passed and the next one may ever match. Everything else is ignored.</a:t>
            </a:r>
          </a:p>
          <a:p>
            <a:pPr>
              <a:spcAft>
                <a:spcPts val="800"/>
              </a:spcAft>
              <a:defRPr sz="2200"/>
            </a:pPr>
            <a:r>
              <a:t>- Range comes from the blob width. The real gate has a header board, so the width, not the height.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7. Knowing where you are: the crossing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When the estimate crosses a gate plane, the estimator counts the crossing itself. No referee on the drone.</a:t>
            </a:r>
          </a:p>
          <a:p>
            <a:pPr>
              <a:spcAft>
                <a:spcPts val="800"/>
              </a:spcAft>
              <a:defRPr sz="2200"/>
            </a:pPr>
            <a:r>
              <a:t>- At that instant the drone was inside a 1.5 m opening, so the lateral estimate is pulled to the gate centre.</a:t>
            </a:r>
          </a:p>
          <a:p>
            <a:pPr>
              <a:spcAft>
                <a:spcPts val="800"/>
              </a:spcAft>
              <a:defRPr sz="2200"/>
            </a:pPr>
            <a:r>
              <a:t>- Every blind turn therefore starts from a known point.</a:t>
            </a:r>
          </a:p>
          <a:p>
            <a:pPr>
              <a:spcAft>
                <a:spcPts val="800"/>
              </a:spcAft>
              <a:defRPr sz="2200"/>
            </a:pPr>
            <a:r>
              <a:t>- Through the hairpin and the stacked gate the next gate is out of view for 1 to 2 s; the follower flies the known turn from the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8. Steering: the follower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Where on the line am I. Aim at a carrot a little ahead. Acceleration to get there, plus the plan's own acceleration.</a:t>
            </a:r>
          </a:p>
          <a:p>
            <a:pPr>
              <a:spcAft>
                <a:spcPts val="800"/>
              </a:spcAft>
              <a:defRPr sz="2200"/>
            </a:pPr>
            <a:r>
              <a:t>- That becomes a tilt angle (ANGLE mode: the flight controller levels itself), a throttle for altitude, a yaw for the nose.</a:t>
            </a:r>
          </a:p>
          <a:p>
            <a:pPr>
              <a:spcAft>
                <a:spcPts val="800"/>
              </a:spcAft>
              <a:defRPr sz="2200"/>
            </a:pPr>
            <a:r>
              <a:t>- The nose is pointed at the next gate through the turns so the camera looks where the gate must be.</a:t>
            </a:r>
          </a:p>
          <a:p>
            <a:pPr>
              <a:spcAft>
                <a:spcPts val="800"/>
              </a:spcAft>
              <a:defRPr sz="2200"/>
            </a:pPr>
            <a:r>
              <a:t>- Sticks go over MSP. The flight controller does the fast attitude loop itself.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9. The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MSP override covers the four sticks only (msp_override_channels_mask = 15, set once in the CLI).</a:t>
            </a:r>
          </a:p>
          <a:p>
            <a:pPr>
              <a:spcAft>
                <a:spcPts val="800"/>
              </a:spcAft>
              <a:defRPr sz="2200"/>
            </a:pPr>
            <a:r>
              <a:t>- The pilot arms, flips MSP OVERRIDE and ANGLE on the radio.</a:t>
            </a:r>
          </a:p>
          <a:p>
            <a:pPr>
              <a:spcAft>
                <a:spcPts val="800"/>
              </a:spcAft>
              <a:defRPr sz="2200"/>
            </a:pPr>
            <a:r>
              <a:t>- The runtime waits for both before the plan clock starts.</a:t>
            </a:r>
          </a:p>
          <a:p>
            <a:pPr>
              <a:spcAft>
                <a:spcPts val="800"/>
              </a:spcAft>
              <a:defRPr sz="2200"/>
            </a:pPr>
            <a:r>
              <a:t>- The pilot can flip override off and have the sticks back, or disarm, at any moment.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10. Race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Bench: bench info, rc-test, arm-test, drift; camcal on a real gate; dry run on the start line.</a:t>
            </a:r>
          </a:p>
          <a:p>
            <a:pPr>
              <a:spcAft>
                <a:spcPts val="800"/>
              </a:spcAft>
              <a:defRPr sz="2200"/>
            </a:pPr>
            <a:r>
              <a:t>- Fly the lowest k that was clean in the sim. Clean twice, jump to the fastest k brought. Fail, fly the midpoint.</a:t>
            </a:r>
          </a:p>
          <a:p>
            <a:pPr>
              <a:spcAft>
                <a:spcPts val="800"/>
              </a:spcAft>
              <a:defRPr sz="2200"/>
            </a:pPr>
            <a:r>
              <a:t>- A complete slow run scores above any incomplete fast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11. Proven and not proven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- Sim, noisy synthetic detector, no ground truth: k 0.4 to 0.5 completes about 2 runs in 3 at 47 to 50 s.</a:t>
            </a:r>
          </a:p>
          <a:p>
            <a:pPr>
              <a:spcAft>
                <a:spcPts val="800"/>
              </a:spcAft>
              <a:defRPr sz="2200"/>
            </a:pPr>
            <a:r>
              <a:t>- Slower rungs complete nearly always. The 30 s plan does not complete on vision.</a:t>
            </a:r>
          </a:p>
          <a:p>
            <a:pPr>
              <a:spcAft>
                <a:spcPts val="800"/>
              </a:spcAft>
              <a:defRPr sz="2200"/>
            </a:pPr>
            <a:r>
              <a:t>- Never flown on the real drone. The follower gains have never met the real airframe.</a:t>
            </a:r>
          </a:p>
          <a:p>
            <a:pPr>
              <a:spcAft>
                <a:spcPts val="800"/>
              </a:spcAft>
              <a:defRPr sz="2200"/>
            </a:pPr>
            <a:r>
              <a:t>- The cage flight answers what the sim cannot.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